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5"/>
    <p:restoredTop sz="94567"/>
  </p:normalViewPr>
  <p:slideViewPr>
    <p:cSldViewPr snapToGrid="0" snapToObjects="1">
      <p:cViewPr varScale="1">
        <p:scale>
          <a:sx n="111" d="100"/>
          <a:sy n="111" d="100"/>
        </p:scale>
        <p:origin x="3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B952DE-9B39-AB47-9203-8878DC52CC55}" type="datetimeFigureOut">
              <a:rPr kumimoji="1" lang="zh-CN" altLang="en-US" smtClean="0"/>
              <a:t>2017/11/7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6939D-519C-264A-A014-3F3CE111869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9802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6939D-519C-264A-A014-3F3CE111869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9296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E0CD-F6B9-E542-AE78-16D866674EC3}" type="datetimeFigureOut">
              <a:rPr kumimoji="1" lang="zh-CN" altLang="en-US" smtClean="0"/>
              <a:t>2017/11/7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7CF02667-C77F-ED4B-AF2E-FF6AF67DCA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3663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E0CD-F6B9-E542-AE78-16D866674EC3}" type="datetimeFigureOut">
              <a:rPr kumimoji="1" lang="zh-CN" altLang="en-US" smtClean="0"/>
              <a:t>2017/11/7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2667-C77F-ED4B-AF2E-FF6AF67DCA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3459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789E0CD-F6B9-E542-AE78-16D866674EC3}" type="datetimeFigureOut">
              <a:rPr kumimoji="1" lang="zh-CN" altLang="en-US" smtClean="0"/>
              <a:t>2017/11/7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kumimoji="1" lang="zh-CN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7CF02667-C77F-ED4B-AF2E-FF6AF67DCA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8808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E0CD-F6B9-E542-AE78-16D866674EC3}" type="datetimeFigureOut">
              <a:rPr kumimoji="1" lang="zh-CN" altLang="en-US" smtClean="0"/>
              <a:t>2017/11/7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2667-C77F-ED4B-AF2E-FF6AF67DCA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0112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E0CD-F6B9-E542-AE78-16D866674EC3}" type="datetimeFigureOut">
              <a:rPr kumimoji="1" lang="zh-CN" altLang="en-US" smtClean="0"/>
              <a:t>2017/11/7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2667-C77F-ED4B-AF2E-FF6AF67DCA2D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2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E0CD-F6B9-E542-AE78-16D866674EC3}" type="datetimeFigureOut">
              <a:rPr kumimoji="1" lang="zh-CN" altLang="en-US" smtClean="0"/>
              <a:t>2017/11/7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2667-C77F-ED4B-AF2E-FF6AF67DCA2D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3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E0CD-F6B9-E542-AE78-16D866674EC3}" type="datetimeFigureOut">
              <a:rPr kumimoji="1" lang="zh-CN" altLang="en-US" smtClean="0"/>
              <a:t>2017/11/7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2667-C77F-ED4B-AF2E-FF6AF67DCA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1168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E0CD-F6B9-E542-AE78-16D866674EC3}" type="datetimeFigureOut">
              <a:rPr kumimoji="1" lang="zh-CN" altLang="en-US" smtClean="0"/>
              <a:t>2017/11/7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2667-C77F-ED4B-AF2E-FF6AF67DCA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904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E0CD-F6B9-E542-AE78-16D866674EC3}" type="datetimeFigureOut">
              <a:rPr kumimoji="1" lang="zh-CN" altLang="en-US" smtClean="0"/>
              <a:t>2017/11/7</a:t>
            </a:fld>
            <a:endParaRPr kumimoji="1" lang="zh-CN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2667-C77F-ED4B-AF2E-FF6AF67DCA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0117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E0CD-F6B9-E542-AE78-16D866674EC3}" type="datetimeFigureOut">
              <a:rPr kumimoji="1" lang="zh-CN" altLang="en-US" smtClean="0"/>
              <a:t>2017/11/7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2667-C77F-ED4B-AF2E-FF6AF67DCA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7159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E0CD-F6B9-E542-AE78-16D866674EC3}" type="datetimeFigureOut">
              <a:rPr kumimoji="1" lang="zh-CN" altLang="en-US" smtClean="0"/>
              <a:t>2017/11/7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2667-C77F-ED4B-AF2E-FF6AF67DCA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827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Relationship Id="rId14" Type="http://schemas.microsoft.com/office/2007/relationships/hdphoto" Target="../media/hdphoto1.wdp"/><Relationship Id="rId1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789E0CD-F6B9-E542-AE78-16D866674EC3}" type="datetimeFigureOut">
              <a:rPr kumimoji="1" lang="zh-CN" altLang="en-US" smtClean="0"/>
              <a:t>2017/11/7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7CF02667-C77F-ED4B-AF2E-FF6AF67DCA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561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4" Type="http://schemas.openxmlformats.org/officeDocument/2006/relationships/image" Target="../media/image7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OMP-Pang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 smtClean="0"/>
              <a:t>20161125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3425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代码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需要在“</a:t>
            </a:r>
            <a:r>
              <a:rPr kumimoji="1" lang="en-US" altLang="zh-CN" dirty="0" err="1" smtClean="0"/>
              <a:t>djlmb.f</a:t>
            </a:r>
            <a:r>
              <a:rPr kumimoji="1" lang="zh-CN" altLang="en-US" dirty="0" smtClean="0"/>
              <a:t>”的</a:t>
            </a:r>
            <a:r>
              <a:rPr kumimoji="1" lang="en-US" altLang="zh-CN" dirty="0" smtClean="0"/>
              <a:t>142</a:t>
            </a:r>
            <a:r>
              <a:rPr kumimoji="1" lang="zh-CN" altLang="en-US" dirty="0" smtClean="0"/>
              <a:t>行与</a:t>
            </a:r>
            <a:r>
              <a:rPr kumimoji="1" lang="en-US" altLang="zh-CN" dirty="0" smtClean="0"/>
              <a:t>162</a:t>
            </a:r>
            <a:r>
              <a:rPr kumimoji="1" lang="zh-CN" altLang="en-US" dirty="0" smtClean="0"/>
              <a:t>行修改</a:t>
            </a:r>
            <a:r>
              <a:rPr kumimoji="1" lang="en-US" altLang="zh-CN" dirty="0" smtClean="0"/>
              <a:t>den</a:t>
            </a:r>
            <a:r>
              <a:rPr kumimoji="1" lang="zh-CN" altLang="en-US" dirty="0" smtClean="0"/>
              <a:t>文件目录</a:t>
            </a:r>
            <a:r>
              <a:rPr kumimoji="1" lang="en-US" altLang="zh-CN" dirty="0" smtClean="0"/>
              <a:t>(</a:t>
            </a:r>
            <a:r>
              <a:rPr kumimoji="1" lang="zh-CN" altLang="en-US" dirty="0" smtClean="0"/>
              <a:t>注意不要太长</a:t>
            </a:r>
            <a:r>
              <a:rPr kumimoji="1" lang="en-US" altLang="zh-CN" dirty="0" smtClean="0"/>
              <a:t>)</a:t>
            </a:r>
          </a:p>
          <a:p>
            <a:r>
              <a:rPr lang="en-US" altLang="zh-CN" dirty="0" err="1" smtClean="0">
                <a:solidFill>
                  <a:srgbClr val="0070C0"/>
                </a:solidFill>
              </a:rPr>
              <a:t>gfortran</a:t>
            </a:r>
            <a:r>
              <a:rPr lang="zh-CN" altLang="en-US" dirty="0" smtClean="0">
                <a:solidFill>
                  <a:srgbClr val="0070C0"/>
                </a:solidFill>
              </a:rPr>
              <a:t> </a:t>
            </a:r>
            <a:r>
              <a:rPr lang="en-US" altLang="zh-CN" dirty="0" err="1" smtClean="0">
                <a:solidFill>
                  <a:srgbClr val="0070C0"/>
                </a:solidFill>
              </a:rPr>
              <a:t>djlmb.f</a:t>
            </a:r>
            <a:r>
              <a:rPr lang="en-US" altLang="zh-CN" dirty="0" smtClean="0">
                <a:solidFill>
                  <a:srgbClr val="0070C0"/>
                </a:solidFill>
              </a:rPr>
              <a:t> </a:t>
            </a:r>
            <a:r>
              <a:rPr lang="en-US" altLang="zh-CN" dirty="0" err="1" smtClean="0">
                <a:solidFill>
                  <a:srgbClr val="0070C0"/>
                </a:solidFill>
              </a:rPr>
              <a:t>assign.f</a:t>
            </a:r>
            <a:r>
              <a:rPr lang="en-US" altLang="zh-CN" dirty="0" smtClean="0">
                <a:solidFill>
                  <a:srgbClr val="0070C0"/>
                </a:solidFill>
              </a:rPr>
              <a:t> </a:t>
            </a:r>
            <a:r>
              <a:rPr lang="en-US" altLang="zh-CN" dirty="0" err="1" smtClean="0">
                <a:solidFill>
                  <a:srgbClr val="0070C0"/>
                </a:solidFill>
              </a:rPr>
              <a:t>fermi.f</a:t>
            </a:r>
            <a:r>
              <a:rPr lang="en-US" altLang="zh-CN" dirty="0" smtClean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g3.f </a:t>
            </a:r>
            <a:r>
              <a:rPr lang="en-US" altLang="zh-CN" dirty="0" err="1">
                <a:solidFill>
                  <a:srgbClr val="0070C0"/>
                </a:solidFill>
              </a:rPr>
              <a:t>gauss.f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pots.f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setmgl.f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sim.f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terp.f</a:t>
            </a:r>
            <a:r>
              <a:rPr lang="en-US" altLang="zh-CN" dirty="0">
                <a:solidFill>
                  <a:srgbClr val="0070C0"/>
                </a:solidFill>
              </a:rPr>
              <a:t> -o </a:t>
            </a:r>
            <a:r>
              <a:rPr lang="en-US" altLang="zh-CN" dirty="0" err="1" smtClean="0">
                <a:solidFill>
                  <a:srgbClr val="0070C0"/>
                </a:solidFill>
              </a:rPr>
              <a:t>omp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r>
              <a:rPr kumimoji="1" lang="zh-CN" altLang="en-US" dirty="0" smtClean="0"/>
              <a:t>注意：</a:t>
            </a:r>
            <a:r>
              <a:rPr kumimoji="1" lang="en-US" altLang="zh-CN" dirty="0" err="1" smtClean="0">
                <a:solidFill>
                  <a:srgbClr val="FF0000"/>
                </a:solidFill>
              </a:rPr>
              <a:t>mkdjlmb.f</a:t>
            </a:r>
            <a:r>
              <a:rPr kumimoji="1" lang="zh-CN" altLang="en-US" dirty="0" smtClean="0">
                <a:solidFill>
                  <a:srgbClr val="FF0000"/>
                </a:solidFill>
              </a:rPr>
              <a:t>并不是</a:t>
            </a:r>
            <a:r>
              <a:rPr kumimoji="1" lang="en-US" altLang="zh-CN" dirty="0" smtClean="0">
                <a:solidFill>
                  <a:srgbClr val="FF0000"/>
                </a:solidFill>
              </a:rPr>
              <a:t>OMP</a:t>
            </a:r>
            <a:r>
              <a:rPr kumimoji="1" lang="zh-CN" altLang="en-US" dirty="0" smtClean="0">
                <a:solidFill>
                  <a:srgbClr val="FF0000"/>
                </a:solidFill>
              </a:rPr>
              <a:t>里面的程序，编译的时候需要把它去除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r>
              <a:rPr kumimoji="1" lang="en-US" altLang="zh-CN" dirty="0" err="1" smtClean="0"/>
              <a:t>mkdjlmb.f</a:t>
            </a:r>
            <a:r>
              <a:rPr kumimoji="1" lang="zh-CN" altLang="en-US" dirty="0" smtClean="0"/>
              <a:t>可以直接编译运行，运行后给出</a:t>
            </a:r>
            <a:r>
              <a:rPr kumimoji="1" lang="en-US" altLang="zh-CN" dirty="0" err="1" smtClean="0"/>
              <a:t>djlmb</a:t>
            </a:r>
            <a:r>
              <a:rPr kumimoji="1" lang="zh-CN" altLang="en-US" dirty="0" smtClean="0"/>
              <a:t>的输入格式。</a:t>
            </a:r>
            <a:endParaRPr kumimoji="1" lang="en-US" altLang="zh-CN" dirty="0" smtClean="0"/>
          </a:p>
          <a:p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409" y="4029553"/>
            <a:ext cx="87630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773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运行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先运行</a:t>
            </a:r>
            <a:r>
              <a:rPr kumimoji="1" lang="en-US" altLang="zh-CN" dirty="0" err="1" smtClean="0">
                <a:solidFill>
                  <a:schemeClr val="accent1"/>
                </a:solidFill>
              </a:rPr>
              <a:t>mkdjlmb</a:t>
            </a:r>
            <a:r>
              <a:rPr kumimoji="1" lang="zh-CN" altLang="en-US" dirty="0" smtClean="0"/>
              <a:t>，该程序会给出输入格式，或者在</a:t>
            </a:r>
            <a:r>
              <a:rPr kumimoji="1" lang="en-US" altLang="zh-CN" dirty="0" smtClean="0">
                <a:solidFill>
                  <a:schemeClr val="accent1"/>
                </a:solidFill>
              </a:rPr>
              <a:t>trti3</a:t>
            </a:r>
            <a:r>
              <a:rPr kumimoji="1" lang="zh-CN" altLang="en-US" dirty="0" smtClean="0"/>
              <a:t>中找一个</a:t>
            </a:r>
            <a:r>
              <a:rPr kumimoji="1" lang="en-US" altLang="zh-CN" dirty="0" smtClean="0"/>
              <a:t>.in</a:t>
            </a:r>
            <a:r>
              <a:rPr kumimoji="1" lang="zh-CN" altLang="en-US" dirty="0" smtClean="0"/>
              <a:t>文件，查看输入格式</a:t>
            </a:r>
            <a:endParaRPr kumimoji="1" lang="en-US" altLang="zh-CN" dirty="0" smtClean="0"/>
          </a:p>
          <a:p>
            <a:endParaRPr kumimoji="1" lang="en-US" altLang="zh-CN" dirty="0"/>
          </a:p>
          <a:p>
            <a:endParaRPr kumimoji="1" lang="en-US" altLang="zh-CN" dirty="0" smtClean="0"/>
          </a:p>
          <a:p>
            <a:r>
              <a:rPr kumimoji="1" lang="en-US" altLang="zh-CN" dirty="0" err="1" smtClean="0"/>
              <a:t>densFile</a:t>
            </a:r>
            <a:r>
              <a:rPr kumimoji="1" lang="zh-CN" altLang="en-US" dirty="0" smtClean="0"/>
              <a:t>在</a:t>
            </a:r>
            <a:r>
              <a:rPr kumimoji="1" lang="en-US" altLang="zh-CN" dirty="0" smtClean="0"/>
              <a:t>den</a:t>
            </a:r>
            <a:r>
              <a:rPr kumimoji="1" lang="zh-CN" altLang="en-US" dirty="0" smtClean="0"/>
              <a:t>文件夹中选取合适的，</a:t>
            </a:r>
            <a:r>
              <a:rPr kumimoji="1" lang="en-US" altLang="zh-CN" dirty="0" err="1" smtClean="0"/>
              <a:t>rstep</a:t>
            </a:r>
            <a:r>
              <a:rPr kumimoji="1" lang="zh-CN" altLang="en-US" dirty="0" smtClean="0"/>
              <a:t>既是</a:t>
            </a:r>
            <a:r>
              <a:rPr kumimoji="1" lang="en-US" altLang="zh-CN" dirty="0" smtClean="0"/>
              <a:t>r</a:t>
            </a:r>
            <a:r>
              <a:rPr kumimoji="1" lang="zh-CN" altLang="en-US" dirty="0" smtClean="0"/>
              <a:t>的步进也是其初始值</a:t>
            </a:r>
            <a:r>
              <a:rPr kumimoji="1" lang="en-US" altLang="zh-CN" dirty="0" smtClean="0"/>
              <a:t>(</a:t>
            </a:r>
            <a:r>
              <a:rPr kumimoji="1" lang="zh-CN" altLang="en-US" dirty="0" smtClean="0">
                <a:solidFill>
                  <a:schemeClr val="accent1"/>
                </a:solidFill>
              </a:rPr>
              <a:t>重核：</a:t>
            </a:r>
            <a:r>
              <a:rPr kumimoji="1" lang="en-US" altLang="zh-CN" dirty="0" err="1" smtClean="0">
                <a:solidFill>
                  <a:schemeClr val="accent1"/>
                </a:solidFill>
              </a:rPr>
              <a:t>rstep</a:t>
            </a:r>
            <a:r>
              <a:rPr kumimoji="1" lang="zh-CN" altLang="en-US" dirty="0" smtClean="0">
                <a:solidFill>
                  <a:schemeClr val="accent1"/>
                </a:solidFill>
              </a:rPr>
              <a:t>≤</a:t>
            </a:r>
            <a:r>
              <a:rPr kumimoji="1" lang="en-US" altLang="zh-CN" dirty="0" smtClean="0">
                <a:solidFill>
                  <a:schemeClr val="accent1"/>
                </a:solidFill>
              </a:rPr>
              <a:t>0.01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。</a:t>
            </a:r>
            <a:r>
              <a:rPr kumimoji="1" lang="en-US" altLang="zh-CN" dirty="0" err="1" smtClean="0"/>
              <a:t>nrmax</a:t>
            </a:r>
            <a:r>
              <a:rPr kumimoji="1" lang="zh-CN" altLang="en-US" dirty="0" smtClean="0"/>
              <a:t>是计算的</a:t>
            </a:r>
            <a:r>
              <a:rPr kumimoji="1" lang="en-US" altLang="zh-CN" dirty="0" smtClean="0"/>
              <a:t>r</a:t>
            </a:r>
            <a:r>
              <a:rPr kumimoji="1" lang="zh-CN" altLang="en-US" dirty="0" smtClean="0"/>
              <a:t>点数。</a:t>
            </a:r>
            <a:r>
              <a:rPr kumimoji="1" lang="en-US" altLang="zh-CN" dirty="0" err="1" smtClean="0"/>
              <a:t>mqr</a:t>
            </a:r>
            <a:r>
              <a:rPr kumimoji="1" lang="zh-CN" altLang="en-US" dirty="0" smtClean="0"/>
              <a:t>、</a:t>
            </a:r>
            <a:r>
              <a:rPr kumimoji="1" lang="en-US" altLang="zh-CN" dirty="0" err="1" smtClean="0"/>
              <a:t>mqmu</a:t>
            </a:r>
            <a:r>
              <a:rPr kumimoji="1" lang="zh-CN" altLang="en-US" dirty="0" smtClean="0"/>
              <a:t>、</a:t>
            </a:r>
            <a:r>
              <a:rPr kumimoji="1" lang="en-US" altLang="zh-CN" dirty="0" err="1" smtClean="0"/>
              <a:t>ilda</a:t>
            </a:r>
            <a:r>
              <a:rPr kumimoji="1" lang="zh-CN" altLang="en-US" dirty="0" smtClean="0"/>
              <a:t>均不变。</a:t>
            </a:r>
            <a:r>
              <a:rPr kumimoji="1" lang="en-US" altLang="zh-CN" dirty="0" err="1" smtClean="0"/>
              <a:t>tr</a:t>
            </a:r>
            <a:r>
              <a:rPr kumimoji="1" lang="zh-CN" altLang="en-US" dirty="0" smtClean="0"/>
              <a:t>，</a:t>
            </a:r>
            <a:r>
              <a:rPr kumimoji="1" lang="en-US" altLang="zh-CN" dirty="0" err="1" smtClean="0"/>
              <a:t>ti</a:t>
            </a:r>
            <a:r>
              <a:rPr kumimoji="1" lang="zh-CN" altLang="en-US" dirty="0" smtClean="0"/>
              <a:t>可以调节，以选取最佳组合。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运行</a:t>
            </a:r>
            <a:r>
              <a:rPr kumimoji="1" lang="en-US" altLang="zh-CN" dirty="0" err="1" smtClean="0"/>
              <a:t>omp</a:t>
            </a:r>
            <a:r>
              <a:rPr kumimoji="1" lang="zh-CN" altLang="en-US" dirty="0" smtClean="0"/>
              <a:t>，将输入卡的内容直接复制粘贴以进行计算或者</a:t>
            </a:r>
            <a:r>
              <a:rPr kumimoji="1" lang="en-US" altLang="zh-CN" dirty="0" err="1" smtClean="0"/>
              <a:t>omp</a:t>
            </a:r>
            <a:r>
              <a:rPr kumimoji="1" lang="en-US" altLang="zh-CN" dirty="0" smtClean="0"/>
              <a:t>&lt;</a:t>
            </a:r>
            <a:r>
              <a:rPr kumimoji="1" lang="zh-CN" altLang="en-US" dirty="0" smtClean="0"/>
              <a:t>*</a:t>
            </a:r>
            <a:r>
              <a:rPr kumimoji="1" lang="en-US" altLang="zh-CN" dirty="0" smtClean="0"/>
              <a:t>.in</a:t>
            </a:r>
          </a:p>
          <a:p>
            <a:endParaRPr lang="zh-CN" altLang="en-US" dirty="0"/>
          </a:p>
          <a:p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011" y="2764859"/>
            <a:ext cx="8975857" cy="98563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95" y="5079944"/>
            <a:ext cx="11169706" cy="140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25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Fresco</a:t>
            </a:r>
            <a:r>
              <a:rPr kumimoji="1" lang="zh-CN" altLang="en-US" dirty="0" smtClean="0"/>
              <a:t>输入卡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se.in</a:t>
            </a:r>
            <a:r>
              <a:rPr kumimoji="1" lang="zh-CN" altLang="en-US" dirty="0" smtClean="0"/>
              <a:t>中的</a:t>
            </a:r>
            <a:r>
              <a:rPr kumimoji="1" lang="en-US" altLang="zh-CN" dirty="0" smtClean="0"/>
              <a:t>Norm</a:t>
            </a:r>
            <a:r>
              <a:rPr kumimoji="1" lang="zh-CN" altLang="en-US" dirty="0" smtClean="0"/>
              <a:t>表示对实验数据乘上该系数，以得到更</a:t>
            </a:r>
            <a:r>
              <a:rPr kumimoji="1" lang="zh-CN" altLang="en-US" smtClean="0"/>
              <a:t>好的拟合结果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047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doit.sh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mr-IN" altLang="zh-CN" dirty="0"/>
              <a:t>#!/</a:t>
            </a:r>
            <a:r>
              <a:rPr kumimoji="1" lang="mr-IN" altLang="zh-CN" dirty="0" err="1" smtClean="0"/>
              <a:t>bin</a:t>
            </a:r>
            <a:r>
              <a:rPr kumimoji="1" lang="mr-IN" altLang="zh-CN" dirty="0" smtClean="0"/>
              <a:t>/</a:t>
            </a:r>
            <a:r>
              <a:rPr kumimoji="1" lang="mr-IN" altLang="zh-CN" dirty="0" err="1" smtClean="0"/>
              <a:t>sh</a:t>
            </a:r>
            <a:endParaRPr kumimoji="1" lang="en-US" altLang="zh-CN" dirty="0" smtClean="0"/>
          </a:p>
          <a:p>
            <a:r>
              <a:rPr kumimoji="1" lang="mr-IN" altLang="zh-CN" dirty="0" err="1" smtClean="0"/>
              <a:t>rm</a:t>
            </a:r>
            <a:r>
              <a:rPr kumimoji="1" lang="mr-IN" altLang="zh-CN" dirty="0" smtClean="0"/>
              <a:t> </a:t>
            </a:r>
            <a:r>
              <a:rPr kumimoji="1" lang="mr-IN" altLang="zh-CN" dirty="0"/>
              <a:t>-</a:t>
            </a:r>
            <a:r>
              <a:rPr kumimoji="1" lang="mr-IN" altLang="zh-CN" dirty="0" err="1"/>
              <a:t>rf</a:t>
            </a:r>
            <a:r>
              <a:rPr kumimoji="1" lang="mr-IN" altLang="zh-CN" dirty="0"/>
              <a:t> fort.4 </a:t>
            </a:r>
            <a:r>
              <a:rPr kumimoji="1" lang="zh-CN" altLang="en-US" dirty="0" smtClean="0"/>
              <a:t>             </a:t>
            </a:r>
            <a:r>
              <a:rPr kumimoji="1" lang="mr-IN" altLang="zh-CN" dirty="0" smtClean="0"/>
              <a:t>#</a:t>
            </a:r>
            <a:r>
              <a:rPr kumimoji="1" lang="zh-CN" altLang="mr-IN" dirty="0"/>
              <a:t>清除</a:t>
            </a:r>
            <a:r>
              <a:rPr kumimoji="1" lang="mr-IN" altLang="zh-CN" dirty="0" smtClean="0"/>
              <a:t>fort.4</a:t>
            </a:r>
            <a:endParaRPr kumimoji="1" lang="en-US" altLang="zh-CN" dirty="0" smtClean="0"/>
          </a:p>
          <a:p>
            <a:r>
              <a:rPr kumimoji="1" lang="mr-IN" altLang="zh-CN" dirty="0" err="1" smtClean="0"/>
              <a:t>cp</a:t>
            </a:r>
            <a:r>
              <a:rPr kumimoji="1" lang="mr-IN" altLang="zh-CN" dirty="0" smtClean="0"/>
              <a:t> </a:t>
            </a:r>
            <a:r>
              <a:rPr kumimoji="1" lang="mr-IN" altLang="zh-CN" dirty="0"/>
              <a:t>/</a:t>
            </a:r>
            <a:r>
              <a:rPr kumimoji="1" lang="mr-IN" altLang="zh-CN" dirty="0" err="1"/>
              <a:t>Users</a:t>
            </a:r>
            <a:r>
              <a:rPr kumimoji="1" lang="mr-IN" altLang="zh-CN" dirty="0"/>
              <a:t>/</a:t>
            </a:r>
            <a:r>
              <a:rPr kumimoji="1" lang="mr-IN" altLang="zh-CN" dirty="0" err="1"/>
              <a:t>ganlin</a:t>
            </a:r>
            <a:r>
              <a:rPr kumimoji="1" lang="mr-IN" altLang="zh-CN" dirty="0"/>
              <a:t>/</a:t>
            </a:r>
            <a:r>
              <a:rPr kumimoji="1" lang="mr-IN" altLang="zh-CN" dirty="0" err="1"/>
              <a:t>PangOMP</a:t>
            </a:r>
            <a:r>
              <a:rPr kumimoji="1" lang="mr-IN" altLang="zh-CN" dirty="0"/>
              <a:t>/</a:t>
            </a:r>
            <a:r>
              <a:rPr kumimoji="1" lang="mr-IN" altLang="zh-CN" dirty="0" err="1"/>
              <a:t>test</a:t>
            </a:r>
            <a:r>
              <a:rPr kumimoji="1" lang="mr-IN" altLang="zh-CN" dirty="0"/>
              <a:t>/4He-12C-13.op </a:t>
            </a:r>
            <a:r>
              <a:rPr kumimoji="1" lang="mr-IN" altLang="zh-CN" dirty="0" smtClean="0"/>
              <a:t>fort.4</a:t>
            </a: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#</a:t>
            </a:r>
            <a:r>
              <a:rPr kumimoji="1" lang="zh-CN" altLang="en-US" dirty="0" smtClean="0"/>
              <a:t>将光学势复制到</a:t>
            </a:r>
            <a:r>
              <a:rPr kumimoji="1" lang="en-US" altLang="zh-CN" dirty="0" smtClean="0"/>
              <a:t>fort.4</a:t>
            </a:r>
            <a:r>
              <a:rPr kumimoji="1" lang="zh-CN" altLang="en-US" dirty="0" smtClean="0"/>
              <a:t>中</a:t>
            </a:r>
            <a:endParaRPr kumimoji="1" lang="en-US" altLang="zh-CN" dirty="0" smtClean="0"/>
          </a:p>
          <a:p>
            <a:r>
              <a:rPr kumimoji="1" lang="mr-IN" altLang="zh-CN" dirty="0" err="1" smtClean="0"/>
              <a:t>sfresco</a:t>
            </a:r>
            <a:r>
              <a:rPr kumimoji="1" lang="mr-IN" altLang="zh-CN" dirty="0" smtClean="0"/>
              <a:t>&lt;4He-12C-13-sf.in&gt;4He-12C-13.dat</a:t>
            </a: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#</a:t>
            </a:r>
            <a:r>
              <a:rPr kumimoji="1" lang="zh-CN" altLang="en-US" dirty="0" smtClean="0"/>
              <a:t>“</a:t>
            </a:r>
            <a:r>
              <a:rPr kumimoji="1" lang="mr-IN" altLang="zh-CN" dirty="0" smtClean="0"/>
              <a:t>&lt;4He-12C-13-sf.in</a:t>
            </a:r>
            <a:r>
              <a:rPr kumimoji="1" lang="zh-CN" altLang="en-US" dirty="0" smtClean="0"/>
              <a:t>”  表示将“</a:t>
            </a:r>
            <a:r>
              <a:rPr kumimoji="1" lang="mr-IN" altLang="zh-CN" dirty="0" smtClean="0"/>
              <a:t> 4He-12C-13-sf.in</a:t>
            </a:r>
            <a:r>
              <a:rPr kumimoji="1" lang="zh-CN" altLang="en-US" dirty="0" smtClean="0"/>
              <a:t>”中的内容作为</a:t>
            </a:r>
            <a:r>
              <a:rPr kumimoji="1" lang="en-US" altLang="zh-CN" dirty="0" err="1" smtClean="0"/>
              <a:t>sfresco</a:t>
            </a:r>
            <a:r>
              <a:rPr kumimoji="1" lang="zh-CN" altLang="en-US" dirty="0" smtClean="0"/>
              <a:t>的参数输入；“</a:t>
            </a:r>
            <a:r>
              <a:rPr kumimoji="1" lang="mr-IN" altLang="zh-CN" dirty="0" smtClean="0"/>
              <a:t>&gt;4He-12C-13.dat</a:t>
            </a:r>
            <a:r>
              <a:rPr kumimoji="1" lang="zh-CN" altLang="en-US" dirty="0" smtClean="0"/>
              <a:t>” 表示将</a:t>
            </a:r>
            <a:r>
              <a:rPr kumimoji="1" lang="en-US" altLang="zh-CN" dirty="0" err="1" smtClean="0"/>
              <a:t>sfresco</a:t>
            </a:r>
            <a:r>
              <a:rPr kumimoji="1" lang="zh-CN" altLang="en-US" dirty="0" smtClean="0"/>
              <a:t>运行的结果输出到“</a:t>
            </a:r>
            <a:r>
              <a:rPr kumimoji="1" lang="mr-IN" altLang="zh-CN" dirty="0" smtClean="0"/>
              <a:t>4He-12C-13.dat</a:t>
            </a:r>
            <a:r>
              <a:rPr kumimoji="1" lang="zh-CN" altLang="en-US" dirty="0" smtClean="0"/>
              <a:t>” 中</a:t>
            </a:r>
            <a:endParaRPr kumimoji="1"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645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parameters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tr</a:t>
            </a:r>
            <a:r>
              <a:rPr kumimoji="1" lang="en-US" altLang="zh-CN" dirty="0" smtClean="0"/>
              <a:t>=1.25,ti=1.35</a:t>
            </a: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/</a:t>
            </a:r>
            <a:r>
              <a:rPr kumimoji="1" lang="sk-SK" altLang="zh-CN" dirty="0" smtClean="0"/>
              <a:t>PhysRevC.87.044605</a:t>
            </a:r>
            <a:endParaRPr kumimoji="1" lang="en-US" altLang="zh-CN" dirty="0" smtClean="0"/>
          </a:p>
          <a:p>
            <a:r>
              <a:rPr kumimoji="1" lang="en-US" altLang="zh-CN" dirty="0" smtClean="0"/>
              <a:t>.den</a:t>
            </a:r>
            <a:r>
              <a:rPr kumimoji="1" lang="zh-CN" altLang="en-US" dirty="0" smtClean="0"/>
              <a:t>文件的选取会对计算结果可能有明显影响。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如</a:t>
            </a:r>
            <a:r>
              <a:rPr kumimoji="1" lang="en-US" altLang="zh-CN" dirty="0" smtClean="0"/>
              <a:t>208Pb</a:t>
            </a:r>
            <a:r>
              <a:rPr kumimoji="1" lang="zh-CN" altLang="en-US" dirty="0" smtClean="0"/>
              <a:t>，</a:t>
            </a:r>
            <a:r>
              <a:rPr kumimoji="1" lang="en-US" altLang="zh-CN" dirty="0" smtClean="0"/>
              <a:t>208Pb.den</a:t>
            </a:r>
            <a:r>
              <a:rPr kumimoji="1" lang="zh-CN" altLang="en-US" dirty="0" smtClean="0"/>
              <a:t>和</a:t>
            </a:r>
            <a:r>
              <a:rPr kumimoji="1" lang="en-US" altLang="zh-CN" dirty="0" smtClean="0"/>
              <a:t>208Pb_HFB.den</a:t>
            </a:r>
            <a:r>
              <a:rPr kumimoji="1" lang="zh-CN" altLang="en-US" dirty="0" smtClean="0"/>
              <a:t>得到的</a:t>
            </a:r>
            <a:r>
              <a:rPr kumimoji="1" lang="en-US" altLang="zh-CN" dirty="0" smtClean="0"/>
              <a:t>fort.4</a:t>
            </a:r>
            <a:r>
              <a:rPr kumimoji="1" lang="zh-CN" altLang="en-US" dirty="0" smtClean="0"/>
              <a:t>不同，代入计算角分布时，形状有明显差异。</a:t>
            </a:r>
            <a:endParaRPr kumimoji="1" lang="zh-CN" altLang="en-US" dirty="0"/>
          </a:p>
        </p:txBody>
      </p:sp>
      <p:grpSp>
        <p:nvGrpSpPr>
          <p:cNvPr id="6" name="组 5"/>
          <p:cNvGrpSpPr/>
          <p:nvPr/>
        </p:nvGrpSpPr>
        <p:grpSpPr>
          <a:xfrm>
            <a:off x="710069" y="3812032"/>
            <a:ext cx="4533900" cy="2387600"/>
            <a:chOff x="747647" y="3812032"/>
            <a:chExt cx="4533900" cy="238760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7647" y="3812032"/>
              <a:ext cx="4533900" cy="2387600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148219" y="3958914"/>
              <a:ext cx="186637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 smtClean="0"/>
                <a:t>16O+208Pb</a:t>
              </a:r>
              <a:r>
                <a:rPr kumimoji="1" lang="zh-CN" altLang="en-US" dirty="0" smtClean="0"/>
                <a:t> </a:t>
              </a:r>
              <a:r>
                <a:rPr kumimoji="1" lang="en-US" altLang="zh-CN" dirty="0" smtClean="0"/>
                <a:t>80MeV</a:t>
              </a:r>
              <a:r>
                <a:rPr kumimoji="1" lang="zh-CN" altLang="en-US" dirty="0" smtClean="0"/>
                <a:t>  </a:t>
              </a:r>
              <a:r>
                <a:rPr kumimoji="1" lang="en-US" altLang="zh-CN" dirty="0" smtClean="0"/>
                <a:t>208Pb.den</a:t>
              </a:r>
              <a:endParaRPr kumimoji="1" lang="zh-CN" altLang="en-US" dirty="0"/>
            </a:p>
          </p:txBody>
        </p:sp>
      </p:grpSp>
      <p:grpSp>
        <p:nvGrpSpPr>
          <p:cNvPr id="9" name="组 8"/>
          <p:cNvGrpSpPr/>
          <p:nvPr/>
        </p:nvGrpSpPr>
        <p:grpSpPr>
          <a:xfrm>
            <a:off x="6309726" y="3810000"/>
            <a:ext cx="4457700" cy="2362200"/>
            <a:chOff x="6309726" y="3810000"/>
            <a:chExt cx="4457700" cy="236220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9726" y="3810000"/>
              <a:ext cx="4457700" cy="236220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6673070" y="3958914"/>
              <a:ext cx="186637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 smtClean="0"/>
                <a:t>16O+208Pb</a:t>
              </a:r>
              <a:r>
                <a:rPr kumimoji="1" lang="zh-CN" altLang="en-US" dirty="0" smtClean="0"/>
                <a:t> </a:t>
              </a:r>
              <a:r>
                <a:rPr kumimoji="1" lang="en-US" altLang="zh-CN" dirty="0" smtClean="0"/>
                <a:t>80MeV</a:t>
              </a:r>
              <a:r>
                <a:rPr kumimoji="1" lang="zh-CN" altLang="en-US" dirty="0" smtClean="0"/>
                <a:t>  </a:t>
              </a:r>
              <a:r>
                <a:rPr kumimoji="1" lang="en-US" altLang="zh-CN" dirty="0" smtClean="0"/>
                <a:t>208Pb.den</a:t>
              </a:r>
              <a:endParaRPr kumimoji="1" lang="zh-CN" altLang="en-US" dirty="0"/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319" y="1776476"/>
            <a:ext cx="52451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21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活字">
  <a:themeElements>
    <a:clrScheme name="木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3715</TotalTime>
  <Words>300</Words>
  <Application>Microsoft Macintosh PowerPoint</Application>
  <PresentationFormat>宽屏</PresentationFormat>
  <Paragraphs>27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Calibri</vt:lpstr>
      <vt:lpstr>DengXian</vt:lpstr>
      <vt:lpstr>Mangal</vt:lpstr>
      <vt:lpstr>Rockwell</vt:lpstr>
      <vt:lpstr>Rockwell Condensed</vt:lpstr>
      <vt:lpstr>Rockwell Extra Bold</vt:lpstr>
      <vt:lpstr>Wingdings</vt:lpstr>
      <vt:lpstr>方正姚体</vt:lpstr>
      <vt:lpstr>木活字</vt:lpstr>
      <vt:lpstr>OMP-Pang</vt:lpstr>
      <vt:lpstr>代码</vt:lpstr>
      <vt:lpstr>运行</vt:lpstr>
      <vt:lpstr>Fresco输入卡</vt:lpstr>
      <vt:lpstr>doit.sh</vt:lpstr>
      <vt:lpstr>parameters</vt:lpstr>
    </vt:vector>
  </TitlesOfParts>
  <Company/>
  <LinksUpToDate>false</LinksUpToDate>
  <SharedDoc>false</SharedDoc>
  <HyperlinksChanged>false</HyperlinksChanged>
  <AppVersion>15.0039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OMP-Pang</dc:title>
  <dc:creator>Microsoft Office 用户</dc:creator>
  <cp:lastModifiedBy>谌阳平</cp:lastModifiedBy>
  <cp:revision>38</cp:revision>
  <dcterms:created xsi:type="dcterms:W3CDTF">2016-11-25T02:08:21Z</dcterms:created>
  <dcterms:modified xsi:type="dcterms:W3CDTF">2017-11-07T07:26:41Z</dcterms:modified>
</cp:coreProperties>
</file>